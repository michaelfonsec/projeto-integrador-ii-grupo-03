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Master1"/>
  </p:sldMasterIdLst>
  <p:sldIdLst>
    <p:sldId id="256" r:id="rIdSld1"/>
  </p:sldIdLst>
  <p:sldSz cx="7556500" cy="10693400"/>
  <p:notesSz cx="6858000" cy="9144000"/>
</p:presentation>
</file>

<file path=ppt/_rels/presentation.xml.rels><?xml version="1.0" encoding="UTF-8" standalone="yes"?>
<Relationships xmlns="http://schemas.openxmlformats.org/package/2006/relationships"><Relationship Id="rIdMaster1" Type="http://schemas.openxmlformats.org/officeDocument/2006/relationships/slideMaster" Target="slideMasters/slideMaster1.xml"/><Relationship Id="rIdSld1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<Relationship Id="rIdLayout1" Type="http://schemas.openxmlformats.org/officeDocument/2006/relationships/slideLayout" Target="../slideLayouts/slideLayout1.xml"/><Relationship Id="rIdTheme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72281" y="668337"/>
            <a:ext cx="6611938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/>
              <a:t>Folha de horas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72281" y="1354137"/>
            <a:ext cx="6611938" cy="2479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/>
              <a:t>Empregado: Mês:</a:t>
            </a:r>
          </a:p>
          <a:p>
            <a:r>
              <a:rPr sz="1000" b="1"/>
              <a:t>Hora de início</a:t>
            </a:r>
          </a:p>
          <a:p>
            <a:r>
              <a:rPr sz="1000" b="1"/>
              <a:t>Data</a:t>
            </a:r>
          </a:p>
          <a:p>
            <a:r>
              <a:rPr sz="1000" b="1"/>
              <a:t>Atividade</a:t>
            </a:r>
          </a:p>
          <a:p>
            <a:r>
              <a:rPr sz="1000" b="1"/>
              <a:t>Hora de fim</a:t>
            </a:r>
          </a:p>
          <a:p>
            <a:r>
              <a:rPr sz="1000" b="1"/>
              <a:t>Pausa</a:t>
            </a:r>
          </a:p>
          <a:p>
            <a:r>
              <a:rPr sz="1000" b="1"/>
              <a:t>Horas de trabalho</a:t>
            </a:r>
          </a:p>
          <a:p>
            <a:r>
              <a:rPr sz="1000" b="1"/>
              <a:t>Horas totais:</a:t>
            </a:r>
          </a:p>
          <a:p>
            <a:r>
              <a:rPr sz="1200"/>
              <a:t>:</a:t>
            </a:r>
          </a:p>
          <a:p>
            <a:r>
              <a:rPr sz="1000"/>
              <a:t>Assinatura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Formulário de quadro de horários _ ONLYOFFICE</dc:title>
</cp:coreProperties>
</file>